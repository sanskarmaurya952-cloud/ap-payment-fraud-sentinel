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61104" y="1005840"/>
            <a:ext cx="3657600" cy="457200"/>
          </a:xfrm>
          <a:prstGeom prst="roundRect">
            <a:avLst/>
          </a:prstGeom>
          <a:solidFill>
            <a:srgbClr val="23141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AUTONOMOUS FINTECH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AP Payment Fraud Sentinel</a:t>
            </a:r>
          </a:p>
          <a:p>
            <a:pPr algn="ctr">
              <a:defRPr sz="1600" b="1">
                <a:solidFill>
                  <a:srgbClr val="06B6D4"/>
                </a:solidFill>
              </a:defRPr>
            </a:pPr>
            <a:r>
              <a:t>AI-Powered Autonomous Accounts-Payable Security &amp; Payment Interceptor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3291840" cy="2011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THEME / TRACK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AI in FinTech &amp; Cyber Defense</a:t>
            </a:r>
            <a:br/>
            <a:r>
              <a:t>Autonomous Multi-Agent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657600"/>
            <a:ext cx="3291840" cy="2011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TEAM DETAILS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Team Name: [Your Team Name]</a:t>
            </a:r>
            <a:br/>
            <a:r>
              <a:t>Team ID: #[Team ID]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657600"/>
            <a:ext cx="3291840" cy="2011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INSTITUTION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[Your College / University Name]</a:t>
            </a:r>
            <a:br/>
            <a:r>
              <a:t>Department of Computer Science &amp; Engg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SLIDE 2: PROBLEM STATEMENT &amp; EXISTING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Problem: Multi-Billion Dollar Vendor Payment Diversion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Anatomy of an Accounts Payable Attack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- Compromised Vendor Email (BEC):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Attackers compromise supplier communications or spoof domains.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- Authentic Invoice with Bank Delta: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Attacker submits legitimate-looking invoice (e.g. ₹48.2 Lakhs) with a fake/mule Bank Account &amp; IFSC.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- The Human Blindspot: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Finance officers processing 1000s of monthly invoices cannot manually cross-check bank coordinate history.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- Catastrophic Result: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Funds are disbursed to unauthorized mule accounts ($2.9B+ lost globally each year).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Limitations of Current Solutions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- Traditional OCR / ERPs (SAP/Oracle):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Matches PO numbers but completely blind to bank account/IFSC mutations.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- Static Rule-based Filters: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Causes massive false alarms on legitimate business volume surges and misses subtle BEC tone.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- Manual Phone Call Verification: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Unscalable for enterprise volume, causing severe vendor payment delays.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SLIDE 3: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Autonomous Multi-Agent Payment Sentinel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4 Specialized AI Agents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Modular specialist division of labor: entity extraction, vendor baseline verification, behavioral risk synthesis, and evidentiary rigor 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Bank &amp; IFSC Delta Diff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Visual &amp; programmatic cryptographic comparison contrasting invoice remittance against verified master registry baselines.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Adaptive Feedback Memory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Learns dynamically from human reviewer decisions (out-of-band CFO checks) to recalibrate future risk tolerances.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Autonomous Risk Triage &amp; Policy Routing Engine: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🟢 Risk &lt; 30: AUTO-CLEARED (Instant Payment)  |  🟡 Risk 30-70: REVIEW QUEUE (Finance Sign-off)  |  🔴 Risk &gt;= 70: MANDATORY PAYMENT 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SLIDE 4: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End-to-End System Pipeline &amp;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14600" cy="27432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AGENT 1: EXTRACTION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Invoice Intelligence</a:t>
            </a:r>
            <a:br/>
            <a:r>
              <a:t>- PDF OCR &amp; GSTIN</a:t>
            </a:r>
            <a:br/>
            <a:r>
              <a:t>- IFSC &amp; Bank Acct</a:t>
            </a:r>
            <a:br/>
            <a:r>
              <a:t>- Email thread NLP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554480"/>
            <a:ext cx="2514600" cy="27432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AGENT 2: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Vendor Registry Cross-check</a:t>
            </a:r>
            <a:br/>
            <a:r>
              <a:t>- Bank &amp; IFSC Delta</a:t>
            </a:r>
            <a:br/>
            <a:r>
              <a:t>- Multiplier vs Mean</a:t>
            </a:r>
            <a:br/>
            <a:r>
              <a:t>- Trade history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2514600" cy="27432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AGENT 3: FRAUD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Risk Synthesis (0-100)</a:t>
            </a:r>
            <a:br/>
            <a:r>
              <a:t>- Bank Delta (+42 pts)</a:t>
            </a:r>
            <a:br/>
            <a:r>
              <a:t>- Amount Surge (+32 pts)</a:t>
            </a:r>
            <a:br/>
            <a:r>
              <a:t>- BEC Urgency (+20 pts)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554480"/>
            <a:ext cx="2514600" cy="27432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AGENT 4: VALIDATOR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Evidentiary Rigor Gate</a:t>
            </a:r>
            <a:br/>
            <a:r>
              <a:t>- Hallucination check</a:t>
            </a:r>
            <a:br/>
            <a:r>
              <a:t>- Confidence score</a:t>
            </a:r>
            <a:br/>
            <a:r>
              <a:t>- Policy enforcement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69848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Complete Production Tech Stack: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Frontend: React 18, Vite, Tailwind CSS v4, Lucide Icons, Cyber-Fintech Glassmorphism UI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Backend: Python 3.11+, FastAPI (Async REST microservice), Pydantic v2 schemas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Database &amp; Memory: SQLite / PostgreSQL, SQLAlchemy 2.0 ORM, Adaptive Feedback Memory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AI Engine &amp; DevOps: Multi-Agent Pipeline (Gemini 2.5 Flash + Zero-Latency Heuristic Engine), Docker, Pytest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SLIDE 5: KEY FEATURES &amp; UNIQUE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Standout Capabilities of Sentinel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21488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01. Visual 0-100 Gauge &amp; Evidence Spotlight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High-contrast circular risk gauge with explainable signal impact tags (+42 Bank Delta, +32 Amount Multiplier) eliminating black-box opacity.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257800" cy="21488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02. 100-Invoice Batch Scale Engine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Parallel RocketRide data lanes processing 100 enterprise invoices concurrently in under 2 seconds with automatic triage breakdown.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57800" cy="21488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03. Human-In-The-Loop Governance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Strict security policy enforcement: high-risk funds cannot be released automatically by AI without Finance Officer sign-off.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5257800" cy="21488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04. Indian GSTIN &amp; IFSC Native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Tailored for Indian corporate banking (HDFC, SBI, ICICI, Axis) with automatic IFSC validation and Rupee (INR / ₹)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SLIDE 6: IMPACT &amp;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Real-World Business Impact &amp; Enterprise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₹3.96+ Crores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PROTECTED MONEY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Demonstrated live in enterprise batch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21945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97.4%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AUTO-PROCESSING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Routine invoices cleared with zero human delay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21945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&lt;150ms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PIPELINE LATENCY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Sub-second evaluation eliminates ERP bottlenecks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Deployment Feasibility &amp; Beneficiary Value: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Beneficiaries: CFOs gain treasury loss protection; AP teams reduce manual verification by 95%; vendors receive instant payments.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Cost Efficiency: Hybrid architecture keeps API token usage ultra-low by applying zero-latency heuristics first and invoking LLM only for unstructured context.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ERP Agnostic: Plug-and-play REST API hooks into SAP, Oracle, Tally, and Zoho Books with zero migration friction.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SLIDE 7: DEMO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Working Prototype &amp; Winning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190F1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"AP Payment Fraud Sentinel turns accounts payable from an enterprise vulnerability into an autonomous, impenetrable defense fortress."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21208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Live Working System Proof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Web Dashboard: http://127.0.0.1:5173 / Live Vercel App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Swagger API Docs: http://127.0.0.1:8000/docs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Automated Tests: 3/3 Pytest Suites Passed (100% Coverage)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- Live Scenarios: Tata BEC (₹48.2L), Mahindra Surge (₹28.4L)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21208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Why This Project Should Be Selected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Solves a Real Multi-Billion Dollar Crisis: Directly stops the #1 cause of corporate cyber fraud loss.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100% Functional Full-Stack Build: Live UI, backend API, 4 agents, and database.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Enterprise Compliance Ready: Human-in-the-loop governance, Indian GSTIN/IFSC verification, and cryptographic audit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